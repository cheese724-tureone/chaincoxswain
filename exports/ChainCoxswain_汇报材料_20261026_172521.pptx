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供应链库存风险分析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ChainCoxswain 链舵 · 千问办公协作产出</a:t>
            </a:r>
          </a:p>
          <a:p>
            <a:r>
              <a:t>数据来源：关系型数据集 inventory-supply-chain v1.0.0（合成教学数据 · 快照 2025-12-15）</a:t>
            </a:r>
          </a:p>
          <a:p>
            <a:r>
              <a:t>生成时间：20261026_172521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缺货风险 0 项 · 低于安全库存 0 项 · 覆盖偏高 2099 项</a:t>
            </a:r>
          </a:p>
          <a:p>
            <a:r>
              <a:t>测试窗口 14 天 · 共 48 轮确定性仿真</a:t>
            </a:r>
          </a:p>
          <a:p>
            <a:r>
              <a:t>· SC-001247：库存覆盖偏高（首次缺货 无）</a:t>
            </a:r>
          </a:p>
          <a:p>
            <a:r>
              <a:t>· SC-000866：库存覆盖偏高（首次缺货 无）</a:t>
            </a:r>
          </a:p>
          <a:p>
            <a:r>
              <a:t>· SC-000681：库存覆盖偏高（首次缺货 无）</a:t>
            </a:r>
          </a:p>
          <a:p>
            <a:r>
              <a:t>· SC-001564：库存覆盖偏高（首次缺货 无）</a:t>
            </a:r>
          </a:p>
          <a:p>
            <a:r>
              <a:t>· SC-001576：库存覆盖偏高（首次缺货 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风险临界点（自主搜索）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首次触发缺货的最小整数扰动：</a:t>
            </a:r>
          </a:p>
          <a:p>
            <a:r>
              <a:t>· SC-001247：到货延期 not-found / 下单推迟 not-applicable / 需求上涨 not-found</a:t>
            </a:r>
          </a:p>
          <a:p>
            <a:r>
              <a:t>· SC-000866：到货延期 not-applicable / 下单推迟 not-applicable / 需求上涨 not-found</a:t>
            </a:r>
          </a:p>
          <a:p>
            <a:r>
              <a:t>· SC-000681：到货延期 not-applicable / 下单推迟 not-applicable / 需求上涨 not-found</a:t>
            </a:r>
          </a:p>
          <a:p>
            <a:r>
              <a:t>· SC-001564：到货延期 not-applicable / 下单推迟 not-applicable / 需求上涨 not-found</a:t>
            </a:r>
          </a:p>
          <a:p>
            <a:r>
              <a:t>· SC-001576：到货延期 not-found / 下单推迟 not-applicable / 需求上涨 not-found</a:t>
            </a:r>
          </a:p>
          <a:p>
            <a:r>
              <a:t>· SC-000973：到货延期 not-applicable / 下单推迟 not-applicable / 需求上涨 not-found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干预方案（待人工审核）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重点情景：需求上涨 20 → SC-001247</a:t>
            </a:r>
          </a:p>
          <a:p>
            <a:r>
              <a:t>· 争取现有采购单提前到货：缺口改善 0 件（消除缺口）</a:t>
            </a:r>
          </a:p>
          <a:p>
            <a:r>
              <a:t>· 提出临时补货计划：缺口改善 0 件（消除缺口）</a:t>
            </a:r>
          </a:p>
          <a:p>
            <a:r>
              <a:t>· 协调分批交付 / 需求平滑：缺口改善 0 件（消除缺口）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数据边界与审核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· 数字全部来自确定性库存仿真，不由大模型生成</a:t>
            </a:r>
          </a:p>
          <a:p>
            <a:r>
              <a:t>· 无 BOM/生产计划时不推断停产</a:t>
            </a:r>
          </a:p>
          <a:p>
            <a:r>
              <a:t>· 所有方案需人工确认供应商/客户可行性</a:t>
            </a:r>
          </a:p>
          <a:p>
            <a:r>
              <a:t>· 系统无自动下单权限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